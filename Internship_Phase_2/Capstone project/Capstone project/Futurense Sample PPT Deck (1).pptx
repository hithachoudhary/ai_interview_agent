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8" r:id="rId2"/>
    <p:sldId id="279" r:id="rId3"/>
    <p:sldId id="288" r:id="rId4"/>
    <p:sldId id="280" r:id="rId5"/>
    <p:sldId id="282" r:id="rId6"/>
    <p:sldId id="283" r:id="rId7"/>
    <p:sldId id="284" r:id="rId8"/>
    <p:sldId id="285" r:id="rId9"/>
    <p:sldId id="287" r:id="rId10"/>
    <p:sldId id="286" r:id="rId11"/>
    <p:sldId id="281" r:id="rId12"/>
    <p:sldId id="277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B9595-A286-A74E-8B7A-01149E2E8ADF}" v="3" dt="2023-12-29T07:10:29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5859"/>
  </p:normalViewPr>
  <p:slideViewPr>
    <p:cSldViewPr snapToGrid="0">
      <p:cViewPr varScale="1">
        <p:scale>
          <a:sx n="65" d="100"/>
          <a:sy n="65" d="100"/>
        </p:scale>
        <p:origin x="5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A2EF4A-FE14-4532-ACFA-20A14DF804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F7810-8773-4156-A713-09D37578EF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A001C-235D-4583-91CF-74A9E0CA00F9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7EAED-33BC-4D15-A47D-209A6118CF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302D7-0779-4C5A-B415-7F66492AF6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32E8-E46B-4361-B5C7-5A0699E5D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982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525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6C7B-7FE0-4E8A-8345-03AD77B5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718" y="2766218"/>
            <a:ext cx="752456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896BB-7201-4E0A-BBBF-F5FFA51A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811" y="0"/>
            <a:ext cx="2405189" cy="1855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D108E0-4D6C-4B23-B9CE-6D1CBB4804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13883"/>
            <a:ext cx="2121763" cy="156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E5A5720-14A6-4E76-8AE0-7BF5A93F2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97857"/>
            <a:ext cx="5181600" cy="412256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C2843D21-9EFE-4BC5-BE92-A665BEA47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697857"/>
            <a:ext cx="5181600" cy="41225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1F1D427-C6F8-43B7-AB09-7B9FC714E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22" y="1664568"/>
            <a:ext cx="5181600" cy="4149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8437B2-1A11-4845-8AC4-8423D7E5E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237" y="1664567"/>
            <a:ext cx="5181600" cy="412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9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7EAD529-84B7-47AD-9E2D-2D11D6BE2A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663" y="2475930"/>
            <a:ext cx="5183188" cy="8239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09A1F9-4984-4DE1-8EC7-F126D9C46B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7" y="2475930"/>
            <a:ext cx="5157787" cy="8239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E456396-CC31-438B-86DD-0C3C4C2A4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1580994"/>
            <a:ext cx="10409064" cy="82391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06EE347-FB37-4B8C-8664-75D6A2C6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593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9F9ED0A-EFB8-4809-9A9F-74698B6B7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99842"/>
            <a:ext cx="5157787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71F74E-5805-4A0D-9B1C-7A9C918EF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65664" y="2475930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4D548B32-A67A-49D3-A135-8DD83DAEC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65664" y="3299842"/>
            <a:ext cx="5183188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80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85F33-10CF-4D38-A10C-3E381DB8A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02" y="2635726"/>
            <a:ext cx="10417098" cy="29305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3CBF60-65BD-4A93-9569-637680CF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451" y="1526959"/>
            <a:ext cx="10515600" cy="10248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4E4798-8506-48A3-86AF-86E5CF6D1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450" y="2635726"/>
            <a:ext cx="10515600" cy="30459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84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0C4E3D-9A02-4511-A441-FF3F678EC3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722" y="1562465"/>
            <a:ext cx="6254427" cy="423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1D8802-777F-43A1-A758-E8C41294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218" y="1580223"/>
            <a:ext cx="3932237" cy="85891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AC84-8FCE-4F56-983B-CCD700EAA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722" y="1580223"/>
            <a:ext cx="6254427" cy="421774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21D48-3710-46CF-B681-A13553078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6218" y="2565646"/>
            <a:ext cx="3932237" cy="3232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45D4AA-76AD-417E-8602-5E93F35603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24" y="2502921"/>
            <a:ext cx="4008544" cy="339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7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F441CD-043F-41E0-AF10-72C2EFF7C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576" y="2634431"/>
            <a:ext cx="1603762" cy="158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2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5D7154B-DCE5-42B3-9675-59392099E8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021" y="2569613"/>
            <a:ext cx="4214179" cy="565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F128B0-2555-4417-AE18-C1717D6A2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89" y="2569613"/>
            <a:ext cx="4214179" cy="5655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376FDD3-C6D8-409D-9E32-D45364462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1580994"/>
            <a:ext cx="10409064" cy="82391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22489D0-F5E0-426A-908B-E832CE81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1591" y="2569613"/>
            <a:ext cx="4214180" cy="5655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05B9255-CEC4-4CEE-8D99-F2E3D5E92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99842"/>
            <a:ext cx="5157787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8437F6A-9603-4E96-8B57-BD3492CF7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65664" y="3299842"/>
            <a:ext cx="5183188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B398605-DC27-4243-927F-8DB3153CB87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88024" y="2569613"/>
            <a:ext cx="4214180" cy="5655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8CB52F-7D49-4256-85E2-CD87ADB711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299841"/>
            <a:ext cx="5183188" cy="26717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1BBA9F-4038-4273-863F-15FBB95091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99" y="3272034"/>
            <a:ext cx="5183188" cy="26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34FC87A-BD6D-48EF-84E5-7880F44C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062" y="1409825"/>
            <a:ext cx="4381422" cy="938812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FB144F7-2051-4B8B-B7F4-42AEFF286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9596" y="2504670"/>
            <a:ext cx="4158977" cy="35329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138F94-F541-4411-8923-64821B6BC8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374" y="2449053"/>
            <a:ext cx="4381422" cy="370736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FAB1C74-122C-4DFD-B9D3-0394B289E855}"/>
              </a:ext>
            </a:extLst>
          </p:cNvPr>
          <p:cNvSpPr txBox="1">
            <a:spLocks/>
          </p:cNvSpPr>
          <p:nvPr userDrawn="1"/>
        </p:nvSpPr>
        <p:spPr>
          <a:xfrm>
            <a:off x="6196694" y="1409825"/>
            <a:ext cx="4381422" cy="9388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D35DB26-DC0A-4DBD-917C-461C91AE2E45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302499" y="2497457"/>
            <a:ext cx="4233339" cy="36105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5BB59A-246E-4221-9556-7A38EE5B09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694" y="2417485"/>
            <a:ext cx="4381422" cy="37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50819-4475-4460-83F9-65D22FD1B6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50" y="1574674"/>
            <a:ext cx="6254427" cy="42355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D887C14-EE03-4044-93B2-DD0AD899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587" y="1562465"/>
            <a:ext cx="3932237" cy="85891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1D3D6F-AE8E-42F3-B5BC-84A7D402C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851" y="1562465"/>
            <a:ext cx="6254427" cy="421774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9D4FCD0-CDE1-43D4-B31A-F943C5326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40587" y="2547888"/>
            <a:ext cx="3932237" cy="3232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B6B1C-A415-4775-B2F1-5A71DE24BC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793" y="2485163"/>
            <a:ext cx="4008544" cy="339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B35B97-80A5-4AB9-AE3B-8FDFAF50D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89" y="1818981"/>
            <a:ext cx="3508157" cy="823912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B934F4F-3FDE-406F-8065-7DC0635A3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591" y="1818981"/>
            <a:ext cx="350815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80C112B-8468-4BDD-8741-692A2EFFF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592" y="2642893"/>
            <a:ext cx="3481526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B84E61-93E0-4628-A104-C75C29EF87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281" y="1818981"/>
            <a:ext cx="3508157" cy="823912"/>
          </a:xfrm>
          <a:prstGeom prst="rect">
            <a:avLst/>
          </a:prstGeom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D0345A1-9BDD-450E-8E72-D8795AA3AA2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261283" y="1818981"/>
            <a:ext cx="350815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5E78397-B7FA-4355-A257-A4846BE147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261284" y="2642893"/>
            <a:ext cx="3481526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38D993-D8F2-4059-9A2F-224D9AAB20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525" y="1818981"/>
            <a:ext cx="3508157" cy="823912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37146D7-F7DA-434B-9E68-D796F12F7A2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243527" y="1818981"/>
            <a:ext cx="350815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BC8863-27A8-4BA1-98C4-08640E312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92" y="1818981"/>
            <a:ext cx="3508157" cy="823912"/>
          </a:xfrm>
          <a:prstGeom prst="rect">
            <a:avLst/>
          </a:prstGeom>
        </p:spPr>
      </p:pic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044814E-171B-42B7-A39B-6001BA2DF21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867094" y="1818981"/>
            <a:ext cx="350815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AB7E0DF-C369-49B6-A620-17A0B3275D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867095" y="2642893"/>
            <a:ext cx="3481526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13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A6C98A-857E-47CD-824B-AD9896F39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89448" y="1751584"/>
            <a:ext cx="7213106" cy="135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199E66-A51B-4429-9E3C-3DF83D2D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47" y="1362068"/>
            <a:ext cx="8181513" cy="5797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642FF-DCBA-4016-AB46-51976C4BF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7078" y="2248273"/>
            <a:ext cx="5181600" cy="412256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DB86-D92D-425C-8D7B-CD4BAB561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078" y="2248273"/>
            <a:ext cx="5181600" cy="41225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EC24E-4D73-4CA4-9C65-58CC9B4D09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78" y="2214983"/>
            <a:ext cx="5181600" cy="414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CC711-A200-42E5-800D-891E0F8A07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5" y="2214983"/>
            <a:ext cx="5181600" cy="412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87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996373-2DA0-4C35-9557-670B3F8CB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846" y="1722268"/>
            <a:ext cx="3521476" cy="376080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778371-BEC0-4384-B529-D547AB875FC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50527" y="1722268"/>
            <a:ext cx="3521476" cy="376080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599C6B0-1968-4B44-A18E-C9735C9B967B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2208" y="1722268"/>
            <a:ext cx="3521476" cy="376080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5F33EB-E636-40F8-B2A0-4F6D0F82DE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95" y="1698410"/>
            <a:ext cx="3564782" cy="38262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B41112-3F17-429F-9AC7-B8E87F7F48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21" y="1698410"/>
            <a:ext cx="3564782" cy="38262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9A5867-1D44-430F-8B03-BFD1A1114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944" y="1689532"/>
            <a:ext cx="3564782" cy="382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71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4ED6E3-6EAA-4E26-92D5-90FEFFAE9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007" y="1287260"/>
            <a:ext cx="9507984" cy="7039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B0EC9F-9A1F-4B6F-AD1E-29D3CB7F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008" y="1287260"/>
            <a:ext cx="9507984" cy="70399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09E32D-4F0E-4370-BA06-E7D49482A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2007" y="2120657"/>
            <a:ext cx="4557943" cy="412256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1B81FF-943E-46F6-BC80-46428EC96E3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009443" y="2147290"/>
            <a:ext cx="4840549" cy="412256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5CEC0B-6AF3-4937-A791-4570833226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443" y="2120657"/>
            <a:ext cx="4941162" cy="414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525E8-7D72-4A91-BEDC-2280E4FCF9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95" y="2107339"/>
            <a:ext cx="4557943" cy="416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49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A6C98A-857E-47CD-824B-AD9896F39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89448" y="1751584"/>
            <a:ext cx="7213106" cy="135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199E66-A51B-4429-9E3C-3DF83D2D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47" y="1362068"/>
            <a:ext cx="8181513" cy="5797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642FF-DCBA-4016-AB46-51976C4BF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7078" y="2248273"/>
            <a:ext cx="5181600" cy="412256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DB86-D92D-425C-8D7B-CD4BAB561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078" y="2248273"/>
            <a:ext cx="5181600" cy="41225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8FEDCB-5FC3-400D-82BD-BE04A742A7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63" y="2203883"/>
            <a:ext cx="337867" cy="3378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580C03-3E1B-4952-8C8B-F4EFCDD86B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16487" y="6077363"/>
            <a:ext cx="337867" cy="337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13A53A-988A-4EBE-9B3A-5E179E8365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77321">
            <a:off x="5754738" y="2197876"/>
            <a:ext cx="337867" cy="337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50F453-1CDF-4183-B97B-C8F20B9255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21402" y="6096893"/>
            <a:ext cx="337867" cy="337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D56C20-7369-4D81-B282-2F3CED17C8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951" y="2218375"/>
            <a:ext cx="337867" cy="337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FFCAD7-8020-4392-B1CA-D84A8ABF0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30475" y="6091855"/>
            <a:ext cx="337867" cy="3378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A6EA74-69A3-44D7-A9E0-456D597AE0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77321">
            <a:off x="11168726" y="2212368"/>
            <a:ext cx="337867" cy="3378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0D12F0-1911-4318-9D6D-E5EB44D6A5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135390" y="6111385"/>
            <a:ext cx="337867" cy="3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27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E1431-7A7B-4A31-A54D-2603DCCA2B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898" y="2420563"/>
            <a:ext cx="7668429" cy="220678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76FFB2-F3F5-4214-AA55-6F0B99FDF6D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2339" y="3230530"/>
            <a:ext cx="6153704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8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4005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D4A378F-D938-010A-1DA9-86CA83B9E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828" y="1791086"/>
            <a:ext cx="5139211" cy="4571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4756B1-963B-2CE2-E016-7C4FB0D1F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9238" y="2162015"/>
            <a:ext cx="5728395" cy="369903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DC03C-8B3E-5835-791C-8688AF6E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5B88-5ED7-5A4E-89FA-2A35E7724AE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7F1777-BAE1-76F7-058B-5B7C99B77C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6214368" y="1500188"/>
            <a:ext cx="5141019" cy="43608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3FA551D-D0C3-8EB4-0F72-2298D58CCE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237" y="1489461"/>
            <a:ext cx="5728395" cy="603250"/>
          </a:xfrm>
        </p:spPr>
        <p:txBody>
          <a:bodyPr>
            <a:normAutofit/>
          </a:bodyPr>
          <a:lstStyle>
            <a:lvl1pPr>
              <a:defRPr sz="2800">
                <a:latin typeface="Metropolis Black" panose="00000A00000000000000" pitchFamily="50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A picture containing graphical user interface">
            <a:extLst>
              <a:ext uri="{FF2B5EF4-FFF2-40B4-BE49-F238E27FC236}">
                <a16:creationId xmlns:a16="http://schemas.microsoft.com/office/drawing/2014/main" id="{3797ADF1-8204-D86F-C34E-A99ED3B2D8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040" y="1938950"/>
            <a:ext cx="4145164" cy="4145164"/>
          </a:xfrm>
          <a:prstGeom prst="rect">
            <a:avLst/>
          </a:prstGeom>
        </p:spPr>
      </p:pic>
      <p:pic>
        <p:nvPicPr>
          <p:cNvPr id="10" name="Picture 9" descr="A picture containing graphical user interface">
            <a:extLst>
              <a:ext uri="{FF2B5EF4-FFF2-40B4-BE49-F238E27FC236}">
                <a16:creationId xmlns:a16="http://schemas.microsoft.com/office/drawing/2014/main" id="{4319F8C7-9050-296A-EFDD-9D58E4CC94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2044490" y="1943162"/>
            <a:ext cx="4145164" cy="4145164"/>
          </a:xfrm>
          <a:prstGeom prst="rect">
            <a:avLst/>
          </a:prstGeom>
        </p:spPr>
      </p:pic>
      <p:pic>
        <p:nvPicPr>
          <p:cNvPr id="11" name="Picture 10" descr="A picture containing graphical user interface">
            <a:extLst>
              <a:ext uri="{FF2B5EF4-FFF2-40B4-BE49-F238E27FC236}">
                <a16:creationId xmlns:a16="http://schemas.microsoft.com/office/drawing/2014/main" id="{73BB7A80-BC74-A00E-19FB-3BBDFD9D17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975551" y="2157442"/>
            <a:ext cx="4145164" cy="4145164"/>
          </a:xfrm>
          <a:prstGeom prst="rect">
            <a:avLst/>
          </a:prstGeom>
        </p:spPr>
      </p:pic>
      <p:pic>
        <p:nvPicPr>
          <p:cNvPr id="12" name="Picture 11" descr="A picture containing graphical user interface">
            <a:extLst>
              <a:ext uri="{FF2B5EF4-FFF2-40B4-BE49-F238E27FC236}">
                <a16:creationId xmlns:a16="http://schemas.microsoft.com/office/drawing/2014/main" id="{49DB78A8-416C-F3F1-D9B8-499A0C1449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143397" y="2116123"/>
            <a:ext cx="4145164" cy="4145164"/>
          </a:xfrm>
          <a:prstGeom prst="rect">
            <a:avLst/>
          </a:prstGeom>
        </p:spPr>
      </p:pic>
      <p:pic>
        <p:nvPicPr>
          <p:cNvPr id="15" name="Picture 14" descr="A picture containing silhouette, night sky">
            <a:extLst>
              <a:ext uri="{FF2B5EF4-FFF2-40B4-BE49-F238E27FC236}">
                <a16:creationId xmlns:a16="http://schemas.microsoft.com/office/drawing/2014/main" id="{E5CD916F-84D3-9782-8CAA-1811C6BCAD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9594" y="1408670"/>
            <a:ext cx="6858000" cy="4600244"/>
          </a:xfrm>
          <a:prstGeom prst="rect">
            <a:avLst/>
          </a:prstGeom>
        </p:spPr>
      </p:pic>
      <p:pic>
        <p:nvPicPr>
          <p:cNvPr id="16" name="Picture 15" descr="A picture containing silhouette, night sky">
            <a:extLst>
              <a:ext uri="{FF2B5EF4-FFF2-40B4-BE49-F238E27FC236}">
                <a16:creationId xmlns:a16="http://schemas.microsoft.com/office/drawing/2014/main" id="{61E0562F-766E-4B42-D39B-6D98C00D68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84906" y="1415029"/>
            <a:ext cx="6858000" cy="4600244"/>
          </a:xfrm>
          <a:prstGeom prst="rect">
            <a:avLst/>
          </a:prstGeom>
        </p:spPr>
      </p:pic>
      <p:pic>
        <p:nvPicPr>
          <p:cNvPr id="17" name="Picture 16" descr="A picture containing silhouette, night sky">
            <a:extLst>
              <a:ext uri="{FF2B5EF4-FFF2-40B4-BE49-F238E27FC236}">
                <a16:creationId xmlns:a16="http://schemas.microsoft.com/office/drawing/2014/main" id="{FA53F58F-C035-66C0-5779-C24DD5D10D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5363943" y="-1238248"/>
            <a:ext cx="6858000" cy="5344453"/>
          </a:xfrm>
          <a:prstGeom prst="rect">
            <a:avLst/>
          </a:prstGeom>
        </p:spPr>
      </p:pic>
      <p:pic>
        <p:nvPicPr>
          <p:cNvPr id="18" name="Picture 17" descr="A picture containing silhouette, night sky">
            <a:extLst>
              <a:ext uri="{FF2B5EF4-FFF2-40B4-BE49-F238E27FC236}">
                <a16:creationId xmlns:a16="http://schemas.microsoft.com/office/drawing/2014/main" id="{265B6D12-1437-42BA-D084-5F06BB89A1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5356906" y="3188824"/>
            <a:ext cx="6858000" cy="534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2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2A847F-FC81-63E3-D54D-7B37E22019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9277" y="1541420"/>
            <a:ext cx="6305112" cy="792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7E086-ADE9-6487-9942-FEE5F131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5B88-5ED7-5A4E-89FA-2A35E7724AE1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98BCDCD-4D6E-5651-F649-D749A56F29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1" y="2334745"/>
            <a:ext cx="5181600" cy="3843635"/>
          </a:xfrm>
          <a:prstGeom prst="rect">
            <a:avLst/>
          </a:prstGeom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B000559-F110-F5A1-2521-EEFE69EC0C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27805" y="2326510"/>
            <a:ext cx="5313405" cy="384363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61179-F7FE-252D-86E3-49B0CD4035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1441" y="1838046"/>
            <a:ext cx="10189117" cy="636588"/>
          </a:xfrm>
        </p:spPr>
        <p:txBody>
          <a:bodyPr>
            <a:noAutofit/>
          </a:bodyPr>
          <a:lstStyle>
            <a:lvl1pPr algn="ctr">
              <a:defRPr sz="3600" b="1" spc="-150"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  <a:lvl2pPr algn="ctr">
              <a:defRPr sz="2800" b="1" spc="-150"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392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BD0BC50-CF1D-4086-B483-4387CD3FD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0186DB-18B5-4FDA-928A-4F8C3F45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51759"/>
            <a:ext cx="10515600" cy="3525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6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6" r:id="rId2"/>
    <p:sldLayoutId id="2147483649" r:id="rId3"/>
    <p:sldLayoutId id="2147483650" r:id="rId4"/>
    <p:sldLayoutId id="2147483655" r:id="rId5"/>
    <p:sldLayoutId id="2147483656" r:id="rId6"/>
    <p:sldLayoutId id="2147483657" r:id="rId7"/>
    <p:sldLayoutId id="2147483660" r:id="rId8"/>
    <p:sldLayoutId id="2147483659" r:id="rId9"/>
    <p:sldLayoutId id="2147483662" r:id="rId10"/>
    <p:sldLayoutId id="2147483663" r:id="rId11"/>
    <p:sldLayoutId id="2147483661" r:id="rId12"/>
    <p:sldLayoutId id="2147483658" r:id="rId13"/>
    <p:sldLayoutId id="2147483665" r:id="rId14"/>
    <p:sldLayoutId id="2147483667" r:id="rId15"/>
    <p:sldLayoutId id="2147483664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AF4F60-FE03-4490-82E3-1A314132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022" y="441000"/>
            <a:ext cx="3048504" cy="298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B12947C-5F57-4529-B2A1-AF99303D250B}"/>
              </a:ext>
            </a:extLst>
          </p:cNvPr>
          <p:cNvSpPr txBox="1">
            <a:spLocks/>
          </p:cNvSpPr>
          <p:nvPr/>
        </p:nvSpPr>
        <p:spPr>
          <a:xfrm>
            <a:off x="1524000" y="2999058"/>
            <a:ext cx="9144000" cy="9519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pc="-300" dirty="0">
                <a:latin typeface="Metropolis" pitchFamily="2" charset="77"/>
              </a:rPr>
              <a:t>Futurense Technologies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4FE611-E3CC-4B83-9F51-B645E4F3437A}"/>
              </a:ext>
            </a:extLst>
          </p:cNvPr>
          <p:cNvSpPr txBox="1">
            <a:spLocks/>
          </p:cNvSpPr>
          <p:nvPr/>
        </p:nvSpPr>
        <p:spPr>
          <a:xfrm>
            <a:off x="1524000" y="3706760"/>
            <a:ext cx="9144000" cy="42180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spc="-150" dirty="0">
                <a:latin typeface="Helvetica" pitchFamily="2" charset="0"/>
              </a:rPr>
              <a:t>Project Report</a:t>
            </a:r>
          </a:p>
          <a:p>
            <a:pPr marL="0" indent="0" algn="ctr">
              <a:buNone/>
            </a:pPr>
            <a:r>
              <a:rPr lang="en-US" sz="2400" spc="-150" dirty="0">
                <a:latin typeface="Helvetica" pitchFamily="2" charset="0"/>
              </a:rPr>
              <a:t>Group #</a:t>
            </a:r>
            <a:br>
              <a:rPr lang="en-US" sz="2400" spc="-150" dirty="0">
                <a:latin typeface="Helvetica" pitchFamily="2" charset="0"/>
              </a:rPr>
            </a:br>
            <a:r>
              <a:rPr lang="en-US" sz="2400" spc="-150" dirty="0">
                <a:latin typeface="Helvetica" pitchFamily="2" charset="0"/>
              </a:rPr>
              <a:t>Names:</a:t>
            </a:r>
          </a:p>
          <a:p>
            <a:pPr marL="0" indent="0" algn="ctr">
              <a:buNone/>
            </a:pPr>
            <a:r>
              <a:rPr lang="en-US" sz="2400" spc="-150" dirty="0">
                <a:latin typeface="Helvetica" pitchFamily="2" charset="0"/>
              </a:rPr>
              <a:t>1.</a:t>
            </a:r>
          </a:p>
          <a:p>
            <a:pPr marL="0" indent="0" algn="ctr">
              <a:buNone/>
            </a:pPr>
            <a:r>
              <a:rPr lang="en-US" sz="2400" spc="-150" dirty="0">
                <a:latin typeface="Helvetica" pitchFamily="2" charset="0"/>
              </a:rPr>
              <a:t>2.</a:t>
            </a:r>
          </a:p>
          <a:p>
            <a:pPr marL="0" indent="0" algn="ctr">
              <a:buNone/>
            </a:pPr>
            <a:r>
              <a:rPr lang="en-US" sz="2400" spc="-150" dirty="0">
                <a:latin typeface="Helvetica" pitchFamily="2" charset="0"/>
              </a:rPr>
              <a:t>3.</a:t>
            </a:r>
          </a:p>
          <a:p>
            <a:pPr marL="0" indent="0" algn="ctr">
              <a:buNone/>
            </a:pPr>
            <a:r>
              <a:rPr lang="en-US" sz="2400" spc="-150" dirty="0">
                <a:latin typeface="Helvetica" pitchFamily="2" charset="0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84946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71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Project 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9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Description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53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45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Figures/Graph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268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Results(Screenshot)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27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26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10B-F465-4658-8993-BC77E3E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02" y="730940"/>
            <a:ext cx="7524564" cy="1325563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2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A7BF-A4A4-44AE-A5A8-311908CE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you!!!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12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4ECD-666A-4761-B719-9EFE66A3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21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82D033-465F-F052-388E-D8EB4E74516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516F0-5B18-C2D8-B4C2-E158272D72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C391B-D82B-FFB6-8365-BB9D1A457A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459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C8CB3F-3B65-3E2D-A82A-322BCC333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14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23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Helvetica</vt:lpstr>
      <vt:lpstr>Metropolis</vt:lpstr>
      <vt:lpstr>Metropolis Black</vt:lpstr>
      <vt:lpstr>SF Pro Display</vt:lpstr>
      <vt:lpstr>Office Theme</vt:lpstr>
      <vt:lpstr>PowerPoint Presentation</vt:lpstr>
      <vt:lpstr>Index</vt:lpstr>
      <vt:lpstr>Project Statement</vt:lpstr>
      <vt:lpstr>Description</vt:lpstr>
      <vt:lpstr>Code</vt:lpstr>
      <vt:lpstr>Figures/Graph</vt:lpstr>
      <vt:lpstr>Results(Screenshot)</vt:lpstr>
      <vt:lpstr>Conclusion</vt:lpstr>
      <vt:lpstr>References</vt:lpstr>
      <vt:lpstr>Thank you!!!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 Jackson</dc:creator>
  <cp:lastModifiedBy>Sowmya Shah</cp:lastModifiedBy>
  <cp:revision>21</cp:revision>
  <dcterms:created xsi:type="dcterms:W3CDTF">2022-12-05T10:10:22Z</dcterms:created>
  <dcterms:modified xsi:type="dcterms:W3CDTF">2024-02-02T07:16:08Z</dcterms:modified>
</cp:coreProperties>
</file>